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задаём рамку: мы продаём время в зале, а книги и кофе - это то, что человек берёт за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Объясняем, почему привычная модель книжного в ТЦ буксует и что мы меняем в её основе.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сценария закрывают разные часы дня, поэтому точка не простаивает между пиками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Портрет собран по опросам в книжных сетях и данным о посетителях сопоставимых ТЦ.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Расчёт от проходимости этажа: мы берём консервативные 4 процента захода при среднем показателе якорной зоны.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цифра здесь - доля смешанных чеков: именно она отличает нас от кофейни и от книжного по отдельности.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Кофе даёт маржу и кэшфлоу, книги дают трафик и средний чек - модель держится на связке.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претендуем на первую линию: нам важнее поток людей с запасом времени, а не с сумками.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арендодателя мы не просто арендатор, а инструмент удержания трафика в слабые часы.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Партнёрская выручка снижает нашу зависимость от аренды и делает модель устойчивее.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привязаны к предновогоднему пику продаж книг и подарков - это наш лучший старт.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Заканчиваем конкретным шагом: предлагаем назначить просмотр помещения на ближайшие две недели.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005840"/>
            <a:ext cx="5120640" cy="5120640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4206240"/>
            <a:ext cx="2194560" cy="2194560"/>
          </a:xfrm>
          <a:prstGeom prst="ellipse">
            <a:avLst/>
          </a:prstGeom>
          <a:gradFill rotWithShape="1">
            <a:gsLst>
              <a:gs pos="0">
                <a:srgbClr val="7B61FF"/>
              </a:gs>
              <a:gs pos="100000">
                <a:srgbClr val="4C9A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Полка: книжный магазин-кофейня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Концепция и экономика точки в торговом центре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Книжный, в котором задерживаются на час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Магазин книг и кофейня в одном зале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Покупка книги не обязательна для входа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Посадка на 24 места, средний визит 45 минут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Формат работает на возврат, а не на проходимость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Обычный книжный теряет посетителя за 6 минут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Классический формат живёт с полки и кассы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Нет причины остаться и вернуться завтра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Онлайн выигрывает по цене и ассортименту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Мы конкурируем сценарием, а не скидкой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причины прийти вместо одной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Кофе и завтрак - ежедневный повод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Книги и подарки - импульсная и плановая покупка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Встречи и работа с ноутбуком - будни днём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Клубы и встречи с авторами - вечера и выходные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Ядро аудитории: 25-40 лет, доход выше среднего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62 процента - женщины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Покупают книги 1-2 раза в месяц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Приходят в ТЦ по будням днём и в выходные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Живут или работают в радиусе 15 минут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Трафик точки: 320 человек в день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9600 посетителей в месяц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Конверсия в чек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38 процентов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3650 чеков в месяц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Доля повторных гостей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41 процент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Средний чек 640 рублей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Только кофе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280 рублей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Кофе плюс книга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1150 рублей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Смешанный чек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47 процентов покупок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Выручка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2,3 млн рублей в месяц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точки: выход в плюс на 8 месяце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Инвестиции в открытие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6,4 млн рублей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Операционные расходы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619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1,7 млн в месяц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Маржинальность кофе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72 процента, книг - 34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Окупаемость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4010" y="352044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9AA4B2"/>
                </a:solidFill>
              </a:rPr>
              <a:t>22 месяца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Что нужно от площадки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120-160 квадратных метров, второй или третий этаж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Витрина и подвод воды и канализации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Соседство с кинотеатром или фудкортом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Аренда - не выше 12 процентов выручки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удерживаем посетителя на этаже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Средний визит 45 минут против 6 у книжного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Гость возвращается 2,4 раза в месяц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Мероприятия приводят 150-200 человек за вечер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Работаем в дневные часы, когда ТЦ пустой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Партнёрам: издательства, обжарщики, бренды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Издательствам - площадка для презентаций и продаж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Обжарщикам - витрина и стабильный объём закупки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Брендам - тематические полки и коллаборации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Прозрачная отчётность по продажам каждый месяц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Первая точка - осень, вторая - через год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Сентябрь - подписание и начало ремонта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Декабрь - открытие к высокому сезону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Полгода - выход на плановые показатели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Через год - вторая точка в сети ТЦ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О чём договариваемся сейчас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Просмотр помещения и замеры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Арендные каникулы на период ремонта - 3 месяца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Пилот на 12 месяцев с опцией продления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Встреча с партнёрами по ассортименту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Полка: книжный магазин-кофейня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