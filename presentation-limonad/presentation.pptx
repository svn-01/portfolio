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того, что спрос уже сформирован, и сеть теряет чек, когда ответить на него нечем.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разрыв: спрос растёт втрое быстрее, чем сети успевают его закрывать ассортиментом.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 промо-охотник: он возвращается за брендом, поэтому даёт сети стабильную повторяемость.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аргумент бренда: короткий состав, который выдерживает любую проверку покупателя и надзора.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Линейка собрана так, чтобы вкусы дополняли друг друга, а не делили один и тот же спрос.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Объясняю, что мы заходим сразу в две зоны магазина и не конкурируем сами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слайд переговоров: цифры взяты из реального пилота, а не из прогноза.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Категорийный менеджер боится списаний, поэтому показываю запас прочности по сроку годности.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Перевожу разговор из продукта в деньги на квадратный метр полки, это язык закупщика.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решает задачу продаж: покупатель находит продукт без консультанта и без дегустации.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Показываю, что маркетинговый бюджет наш, а трафик получает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Снимаю главный страх сети: что поставщик не выдержит объём и сорвёт полку.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снимаю финансовый барьер: сеть ничего не теряет, если пилот не покажет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Даю понятный короткий путь до решения, чтобы обсуждение не растянулось на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Закрываю на конкретное действие: договориться об адресе доставки образцов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4400" b="1">
                <a:solidFill>
                  <a:srgbClr val="F2F4F8"/>
                </a:solidFill>
              </a:rPr>
              <a:t>Лимонад, который сеть ставит вместо привычной газировки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Натуральная линейка: 6 вкусов, стекло 0.33 и ПЭТ 1 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Покупатель ушёл от сахара, но не от газировки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Читают состав на обороте перед покупкой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Сахарозаменители воспринимают как химию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Готовы платить больше за понятный продукт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На полке выбор между лимонадом и водой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Натуральная газировка растёт быстрее категории в целом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Категория безалкогольных напитков: рост 8% в год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Сегмент натуральных лимонадов: рост 20%+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Доля натуральной полки в сетях: менее 5%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Средний чек в сегменте выше на 40%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Наш покупатель приходит в магазин чаще среднего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25-45 лет, город, семья с детьми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Покупает 2-3 раза в неделю, средний чек выше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Берёт стекло себе, ПЭТ домой на стол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Лоялен бренду, а не промо-цене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Состав, который можно прочитать вслух за 5 секунд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Вода, сок, сахар, натуральный экстракт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Без сахарозаменителей, красителей и ароматизаторов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Без консервантов, стабильность через щадящую пастеризацию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Полное соответствие ТР ТС, документы готовы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6 вкусов закрывают полку без каннибализации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Классика: лимон-лайм и груша-дюшес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Ягода: облепиха и малина-базилик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Экзотика: маракуйя и имбирь-цитрус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Каждый вкус решает свою задачу на полке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Стекло 0.33 и ПЭТ 1 л это два разных сценария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Стекло 0.33: импульс, прикассовая зона, HoReCa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ПЭТ 1 л: домашнее потребление, семейная закупка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Разные полки, разные чеки, один бренд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Единый визуальный код связывает форматы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Наценка 35% и оборот 12 дней в тестовых магазинах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Наценка для сети: 35%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Оборачиваемость: 12 дней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Срок годности: 9 месяцев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Списания в пилоте: менее 1%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Срок 9 месяцев снимает риск списаний с категории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Запас в 22 раза больше цикла оборачиваемости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Спокойные заказы без страха переостатка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Сезонные пики закрываем заранее сформированным стоком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Возвраты по сроку в пилоте отсутствовали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Что даёт полка на 6 SKU в месяц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6 SKU на одной полке метр двадцать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2,5 оборота стока в месяц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Доход с полки выше среднего по категории на 30%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Инвестиции сети во вход: ноль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Упаковка работает как продавец без промоутера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Заметность на полке с трёх метров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Состав вынесен на лицевую сторону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Цветовое кодирование вкусов ускоряет выбор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Этикетка адаптирована под СТМ-соседство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Мы приводим покупателя в вашу точку продаж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Дегустации в первые 4 недели запуска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Гео-таргетинг на адреса магазинов сети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Блогеры и рецепты с упоминанием сети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POS-материалы и шелфтокеры за наш счёт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Производство закрывает федеральный объём без пауз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Собственная площадка, мощность 1,2 млн литров в месяц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Резервный контрактный партнёр на пиковый сезон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Отгрузка со склада за 48 часов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Работаем с EDI и центральными РЦ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Условия входа сделаны так, чтобы риск был на нас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Бесплатный первый завоз в пилотные магазины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Гарантия выкупа неликвида в тестовый период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Отсрочка платежа по стандарту сети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Ретро-бонус обсуждается на старте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Пилот в 20 магазинах занимает 6 недель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Неделя 1: согласование матрицы и логистики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Неделя 2: первая отгрузка и выкладка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Недели 3-5: дегустации и замер оборачиваемости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600" b="1">
                <a:solidFill>
                  <a:srgbClr val="4C9AFF"/>
                </a:solidFill>
              </a:rPr>
              <a:t>Неделя 6: отчёт и решение по федеральному вводу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200" b="1">
                <a:solidFill>
                  <a:srgbClr val="F2F4F8"/>
                </a:solidFill>
              </a:rPr>
              <a:t>Дальше: образцы у вас на столе через 5 дней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011680" cy="20000"/>
          </a:xfrm>
          <a:prstGeom prst="rect">
            <a:avLst/>
          </a:prstGeom>
          <a:solidFill>
            <a:srgbClr val="4C9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Присылаем 6 вкусов в обоих форматах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Готовим коммерческое предложение под вашу матрицу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Согласуем список пилотных магазинов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2000" b="0">
                <a:solidFill>
                  <a:srgbClr val="F2F4F8"/>
                </a:solidFill>
              </a:rPr>
              <a:t>•  Стартуем в ближайшее окно ввода ассортимента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