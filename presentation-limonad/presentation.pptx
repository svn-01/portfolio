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рынка: покупатель не отказался от лимонада, он отказался от плохого состава. Это и есть наша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Объясняю концепцию бренда одной фразой: честный состав по доступной цене. Это ключ ко всей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линейку: три классических вкуса дают оборот, три ягодных - маржу и интерес.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Подчёркиваю, что форматы не конкурируют между собой, а работают на разные корзины.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слайд переговоров. Даю паузу после цифр - пусть закупщик их посчитает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Отрабатываю главное возражение: натуральное не значит короткий срок и списания.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обещания, а факт продаж. Готов показать выгрузку по каждому магазину.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наш покупатель уже ходит в их сеть и тратит выше среднего чека.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Снимаю опасение закупщика о каннибализации собственных марок.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подтверждаю, что мы выдержим объёмы федеральной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оставляем товар на полке в одиночестве, бюджет на поддержку заложен.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физические образцы упаковки, даю подержать в руках.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Считаю вместе с закупщиком доход с полкометра - именно эта цифра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Даю понятный и необременительный путь входа - начинаем с теста, а не с федеральной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 на конкретное действие: договориться о дате отправки образцов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Лимонады на натуральном составе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Предложение для торговых сетей и дистрибьюторов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Покупатель ушёл от сладкой газировки, но не от вкуса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Спрос на натуральные напитки растёт третий год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Классическая газировка теряет лояльность покупателя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Сахарозаменители отпугивают осознанную аудиторию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Полка требует нового качественного игрока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Лимонад, состав которого не стыдно читать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Только вода, сахар, сок и натуральные экстракты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Без сахарозаменителей и синтетических ароматизаторов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Вкус узнаваемый, знакомый с детства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Позиционирование премиум, цена среднего сегмента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6 вкусов закрывают всю ширину полки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Классика: лимон, лайм-мята, тархун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Ягода: вишня, облепиха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Сезонный хит: груша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Ротация внутри линейки без потери места на полке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Два формата под два разных сценария покупки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0.33 - импульс, HoReCa, подарок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ПЭТ 1 л - семейная покупка, домашнее потребление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Разные полки, разные чеки, отсутствие каннибализации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Единый бренд-блок узнаётся с трёх метров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Цифры, ради которых стоит выделить полку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для сети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оборачиваемость в тестовых магазинах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 месяцев срок годности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в линейке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9 месяцев срока годности снимают риск списаний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Натуральный состав без потери стойкости продукта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Запас по сроку на логистику и ротацию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Минимальный процент возвратов на тестах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партиями со свежей датой производства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Результаты теста в 18 магазинах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средняя оборачиваемость SKU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+22% к обороту категории лимонадов на полке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4 из 6 вкусов вошли в топ-10 категории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Менее 1% списаний за квартал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Кто покупает наш лимонад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Семьи с детьми, читающие состав на этикетке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Аудитория 25-45 лет, средний и выше доход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Покупатели, ушедшие из категории газировки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Гости кафе и точек фастфуда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не отбираем покупателя у ваших СТМ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Ценовой сегмент выше эконом-полки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Прямых аналогов по составу в категории мало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Дополняем ассортимент, а не дублируем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Приводим покупателя из соседних категорий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Логистика без сюрпризов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Собственное производство, контроль объёмов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от паллеты, срок поставки 5 дней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Резерв мощностей под сезонный пик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 через РЦ или прямые поставки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Маркетинг, который мы берём на себя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Дегустации в первый месяц запуска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Промо-поддержка и брендированные POS-материалы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Digital-кампания с гео на города присутствия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Совместные акции под календарь сети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Упаковка работает как реклама на полке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Яркий цветовой код по каждому вкусу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Состав вынесен на лицевую сторону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выглядит дороже своей цены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Тестировали дизайн на фокус-группах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полки в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сети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30 упаковок минимальная партия отгрузки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на 1 полкометр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5 дней срок поставки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шага до первой отгрузки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Запрос образцов - отправим в течение 3 дней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Согласование условий и матрицы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Тестовый запуск в 10-20 магазинах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Расширение на сеть по результатам теста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Давайте начнём с образцов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Пришлём полную линейку из 6 вкусов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Подготовим расчёт под вашу матрицу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Обсудим условия и сроки старта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Контакты и коммерческое предложение внутри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